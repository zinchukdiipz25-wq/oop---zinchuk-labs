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4091"/>
            <a:ext cx="10566400" cy="4431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4091"/>
            <a:ext cx="10566400" cy="4431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939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Рівненський фаховий коледж інформаційних технологій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89299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Лабораторна робота №10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4188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Інтерфейси та абстрактні класи. Поліморфізм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0487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Варіант 7: INotifier та Authenticator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5719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Виконав: Зінчук Д. Ю., група ІПЗ 3/1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Мета і завдання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617266"/>
            <a:ext cx="5175250" cy="2160191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7444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Інтерфейс INotifier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228084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 SendNotification(string message)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66690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Реалізації: EmailNotifier, SmsNotifier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617266"/>
            <a:ext cx="5175250" cy="2160191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187444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Абстрактний клас Authenticator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7950" y="228084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Абстрактний Authenticate і конкретний LogAttempt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7950" y="295136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Нащадки: DatabaseAuthenticator, LdapAuthenticator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408543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 Main показати поліморфізм через колекції обох типів.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Лаб. №10 · Зінчук Д. Ю., ІПЗ 3/1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проєкту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614091"/>
            <a:ext cx="5175250" cy="279400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6809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lab10v7/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6800" y="215384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INotifier.cs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43959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EmailNotifier.cs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272534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SmsNotifier.cs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301109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Authenticator.cs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" y="329684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DatabaseAuthenticator.cs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6800" y="358259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├── LdapAuthenticator.cs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6800" y="3868341"/>
            <a:ext cx="48072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└── Program.cs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4425" y="1617266"/>
            <a:ext cx="5181600" cy="2787650"/>
          </a:xfrm>
          <a:prstGeom prst="roundRect">
            <a:avLst>
              <a:gd name="adj" fmla="val 353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1600" y="1874441"/>
            <a:ext cx="48072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консольний проєкт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1600" y="2280841"/>
            <a:ext cx="480726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Створено командою dotnet new console -o lab10v7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1600" y="2951361"/>
            <a:ext cx="480726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Кожен тип у власному файлі, простір імен lab10v7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Лаб. №10 · Зінчук Д. Ю., ІПЗ 3/1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Інтерфейс INotifier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614091"/>
            <a:ext cx="5435600" cy="2910780"/>
          </a:xfrm>
          <a:prstGeom prst="roundRect">
            <a:avLst>
              <a:gd name="adj" fmla="val 349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680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public interface INotifier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6800" y="215384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{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4395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void SendNotification(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272534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string message);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30110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54775" y="1617266"/>
            <a:ext cx="4921250" cy="1347391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1950" y="1874441"/>
            <a:ext cx="4539107" cy="28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8"/>
              </a:lnSpc>
              <a:buNone/>
            </a:pPr>
            <a:r>
              <a:rPr lang="en-US" sz="1681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EmailNotifier</a:t>
            </a:r>
            <a:endParaRPr lang="en-US" sz="1681" dirty="0"/>
          </a:p>
        </p:txBody>
      </p:sp>
      <p:sp>
        <p:nvSpPr>
          <p:cNvPr id="11" name="Text 9"/>
          <p:cNvSpPr/>
          <p:nvPr/>
        </p:nvSpPr>
        <p:spPr>
          <a:xfrm>
            <a:off x="6711950" y="2231231"/>
            <a:ext cx="46609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1"/>
              </a:lnSpc>
              <a:buNone/>
            </a:pPr>
            <a:r>
              <a:rPr lang="en-US" sz="1565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Виводить [Email -&gt; адреса] і текст повідомлення</a:t>
            </a:r>
            <a:endParaRPr lang="en-US" sz="1565" dirty="0"/>
          </a:p>
        </p:txBody>
      </p:sp>
      <p:sp>
        <p:nvSpPr>
          <p:cNvPr id="12" name="Shape 10"/>
          <p:cNvSpPr/>
          <p:nvPr/>
        </p:nvSpPr>
        <p:spPr>
          <a:xfrm>
            <a:off x="6454775" y="3174206"/>
            <a:ext cx="4921250" cy="1347490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950" y="3431381"/>
            <a:ext cx="45391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SmsNotifier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11950" y="3837781"/>
            <a:ext cx="46609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Виводить [SMS -&gt; номер] і текст повідомлення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Лаб. №10 · Зінчук Д. Ю., ІПЗ 3/1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Абстрактний клас Authenticator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614091"/>
            <a:ext cx="5435600" cy="2910780"/>
          </a:xfrm>
          <a:prstGeom prst="roundRect">
            <a:avLst>
              <a:gd name="adj" fmla="val 349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680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public abstract class Authenticator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6800" y="215384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{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4395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public abstract bool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272534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Authenticate(string u, string p);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30110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public void LogAttempt(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" y="329684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string u, bool success) { ... 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6800" y="358259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54775" y="1617266"/>
            <a:ext cx="4921250" cy="1347391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950" y="1874441"/>
            <a:ext cx="45391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DatabaseAuthenticator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11950" y="2280841"/>
            <a:ext cx="45391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Перевіряє користувача в імітації таблиці БД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54775" y="3174206"/>
            <a:ext cx="4921250" cy="1347490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950" y="3431381"/>
            <a:ext cx="4539107" cy="28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8"/>
              </a:lnSpc>
              <a:buNone/>
            </a:pPr>
            <a:r>
              <a:rPr lang="en-US" sz="1681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LdapAuthenticator</a:t>
            </a:r>
            <a:endParaRPr lang="en-US" sz="1681" dirty="0"/>
          </a:p>
        </p:txBody>
      </p:sp>
      <p:sp>
        <p:nvSpPr>
          <p:cNvPr id="16" name="Text 14"/>
          <p:cNvSpPr/>
          <p:nvPr/>
        </p:nvSpPr>
        <p:spPr>
          <a:xfrm>
            <a:off x="6711950" y="3788172"/>
            <a:ext cx="4660900" cy="501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1595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Перевіряє користувача в імітації каталогу LDAP</a:t>
            </a:r>
            <a:endParaRPr lang="en-US" sz="1595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Лаб. №10 · Зінчук Д. Ю., ІПЗ 3/1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Демонстрація у Main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5500" y="1626791"/>
            <a:ext cx="5175250" cy="3276600"/>
          </a:xfrm>
          <a:prstGeom prst="roundRect">
            <a:avLst>
              <a:gd name="adj" fmla="val 2713"/>
            </a:avLst>
          </a:prstGeom>
          <a:solidFill>
            <a:srgbClr val="E2E8F0"/>
          </a:solidFill>
          <a:ln w="25400">
            <a:solidFill>
              <a:srgbClr val="64748B"/>
            </a:solidFill>
            <a:prstDash val="dash"/>
          </a:ln>
        </p:spPr>
        <p:txBody>
          <a:bodyPr wrap="square" lIns="240662" tIns="240662" rIns="101407" bIns="240662" rtlCol="0" anchor="ctr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[Тут скріншот виводу dotnet run --project lab10v7]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219825" y="1617266"/>
            <a:ext cx="5156200" cy="329565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0" y="1874441"/>
            <a:ext cx="47811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Що показує вивід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77000" y="2280841"/>
            <a:ext cx="478110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List&lt;INotifier&gt;: Email і SMS через один виклик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0" y="2666901"/>
            <a:ext cx="478110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List&lt;Authenticator&gt;: різний результат Authenticate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0" y="3337421"/>
            <a:ext cx="478110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LogAttempt: спільний запис про кожну спробу входу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Лаб. №10 · Зінчук Д. Ю., ІПЗ 3/1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346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Висновки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07588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Інтерфейс задає контракт, а кожен клас виконує його по-своєму.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62198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Абстрактний клас поєднує спільну логіку з методами, які реалізують нащадки.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16808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виклик через базовий тип дає різну поведінку: це поліморфізм.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абораторна робота №10 (варіант 7)">
  <a:themeElements>
    <a:clrScheme name="Лабораторна робота №10 (варіант 7)">
      <a:dk1>
        <a:srgbClr val="0F172A"/>
      </a:dk1>
      <a:lt1>
        <a:srgbClr val="F8FAFC"/>
      </a:lt1>
      <a:dk2>
        <a:srgbClr val="49505F"/>
      </a:dk2>
      <a:lt2>
        <a:srgbClr val="E1E3E7"/>
      </a:lt2>
      <a:accent1>
        <a:srgbClr val="64748B"/>
      </a:accent1>
      <a:accent2>
        <a:srgbClr val="0369A1"/>
      </a:accent2>
      <a:accent3>
        <a:srgbClr val="B45309"/>
      </a:accent3>
      <a:accent4>
        <a:srgbClr val="38BDF8"/>
      </a:accent4>
      <a:accent5>
        <a:srgbClr val="F59E0B"/>
      </a:accent5>
      <a:accent6>
        <a:srgbClr val="334155"/>
      </a:accent6>
      <a:hlink>
        <a:srgbClr val="0563C1"/>
      </a:hlink>
      <a:folHlink>
        <a:srgbClr val="954F72"/>
      </a:folHlink>
    </a:clrScheme>
    <a:fontScheme name="Лабораторна робота №10 (варіант 7)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 робота №10 (варіант 7)</dc:title>
  <dc:subject/>
  <dc:creator/>
  <cp:lastModifiedBy/>
  <cp:revision>1</cp:revision>
  <dcterms:created xsi:type="dcterms:W3CDTF">2026-10-27T22:45:23Z</dcterms:created>
  <dcterms:modified xsi:type="dcterms:W3CDTF">2026-10-27T22:45:23Z</dcterms:modified>
</cp:coreProperties>
</file>